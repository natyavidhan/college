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notesMasterIdLst>
    <p:notesMasterId r:id="rId11"/>
  </p:notesMasterIdLst>
  <p:handoutMasterIdLst>
    <p:handoutMasterId r:id="rId12"/>
  </p:handout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</p:sldIdLst>
  <p:sldSz cx="9055100" cy="6788150"/>
  <p:notesSz cx="9055100" cy="6788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/>
    <p:restoredTop sz="94703"/>
  </p:normalViewPr>
  <p:slideViewPr>
    <p:cSldViewPr>
      <p:cViewPr varScale="1">
        <p:scale>
          <a:sx n="98" d="100"/>
          <a:sy n="98" d="100"/>
        </p:scale>
        <p:origin x="13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29213" y="0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0DE83-0757-9A4B-90F1-5581AB19DA43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46838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29213" y="6446838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C9AE8-2E14-3343-932D-033FDDDCE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576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29213" y="0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245D1-36B4-3943-8D95-E76F01325873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0513" y="509588"/>
            <a:ext cx="3394075" cy="2544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4875" y="3224213"/>
            <a:ext cx="7245350" cy="30543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46838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29213" y="6446838"/>
            <a:ext cx="39243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0251D-06DB-F544-AAA2-65C53BBAE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836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33" y="1357630"/>
            <a:ext cx="7772294" cy="1907596"/>
          </a:xfrm>
        </p:spPr>
        <p:txBody>
          <a:bodyPr anchor="b">
            <a:noAutofit/>
          </a:bodyPr>
          <a:lstStyle>
            <a:lvl1pPr>
              <a:defRPr sz="53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9133" y="3469499"/>
            <a:ext cx="6338570" cy="1734749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2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52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7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10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3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5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8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21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79133" y="3363905"/>
            <a:ext cx="7772294" cy="157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291" y="2338141"/>
            <a:ext cx="7696835" cy="217786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291" y="4579739"/>
            <a:ext cx="7696835" cy="148490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26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052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578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1051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631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157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683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210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724408" y="4552586"/>
            <a:ext cx="7772294" cy="157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755" y="1656309"/>
            <a:ext cx="3999336" cy="4670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009" y="1656309"/>
            <a:ext cx="3999336" cy="4670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755" y="1659326"/>
            <a:ext cx="3893693" cy="633246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2628" indent="0">
              <a:buNone/>
              <a:defRPr sz="2000" b="1"/>
            </a:lvl2pPr>
            <a:lvl3pPr marL="905256" indent="0">
              <a:buNone/>
              <a:defRPr sz="1800" b="1"/>
            </a:lvl3pPr>
            <a:lvl4pPr marL="1357884" indent="0">
              <a:buNone/>
              <a:defRPr sz="1600" b="1"/>
            </a:lvl4pPr>
            <a:lvl5pPr marL="1810512" indent="0">
              <a:buNone/>
              <a:defRPr sz="1600" b="1"/>
            </a:lvl5pPr>
            <a:lvl6pPr marL="2263140" indent="0">
              <a:buNone/>
              <a:defRPr sz="1600" b="1"/>
            </a:lvl6pPr>
            <a:lvl7pPr marL="2715768" indent="0">
              <a:buNone/>
              <a:defRPr sz="1600" b="1"/>
            </a:lvl7pPr>
            <a:lvl8pPr marL="3168396" indent="0">
              <a:buNone/>
              <a:defRPr sz="1600" b="1"/>
            </a:lvl8pPr>
            <a:lvl9pPr marL="36210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755" y="2413565"/>
            <a:ext cx="3893693" cy="3911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8652" y="1659326"/>
            <a:ext cx="3893693" cy="633246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2628" indent="0">
              <a:buNone/>
              <a:defRPr sz="2000" b="1"/>
            </a:lvl2pPr>
            <a:lvl3pPr marL="905256" indent="0">
              <a:buNone/>
              <a:defRPr sz="1800" b="1"/>
            </a:lvl3pPr>
            <a:lvl4pPr marL="1357884" indent="0">
              <a:buNone/>
              <a:defRPr sz="1600" b="1"/>
            </a:lvl4pPr>
            <a:lvl5pPr marL="1810512" indent="0">
              <a:buNone/>
              <a:defRPr sz="1600" b="1"/>
            </a:lvl5pPr>
            <a:lvl6pPr marL="2263140" indent="0">
              <a:buNone/>
              <a:defRPr sz="1600" b="1"/>
            </a:lvl6pPr>
            <a:lvl7pPr marL="2715768" indent="0">
              <a:buNone/>
              <a:defRPr sz="1600" b="1"/>
            </a:lvl7pPr>
            <a:lvl8pPr marL="3168396" indent="0">
              <a:buNone/>
              <a:defRPr sz="1600" b="1"/>
            </a:lvl8pPr>
            <a:lvl9pPr marL="36210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8652" y="2413565"/>
            <a:ext cx="3893693" cy="3911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197345" y="4004616"/>
            <a:ext cx="4661196" cy="78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755" y="784012"/>
            <a:ext cx="2118893" cy="1249020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2907" y="784012"/>
            <a:ext cx="5659438" cy="55210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2756" y="2108852"/>
            <a:ext cx="2118893" cy="4200393"/>
          </a:xfrm>
        </p:spPr>
        <p:txBody>
          <a:bodyPr/>
          <a:lstStyle>
            <a:lvl1pPr marL="0" indent="0">
              <a:buNone/>
              <a:defRPr sz="1400"/>
            </a:lvl1pPr>
            <a:lvl2pPr marL="452628" indent="0">
              <a:buNone/>
              <a:defRPr sz="1200"/>
            </a:lvl2pPr>
            <a:lvl3pPr marL="905256" indent="0">
              <a:buNone/>
              <a:defRPr sz="1000"/>
            </a:lvl3pPr>
            <a:lvl4pPr marL="1357884" indent="0">
              <a:buNone/>
              <a:defRPr sz="900"/>
            </a:lvl4pPr>
            <a:lvl5pPr marL="1810512" indent="0">
              <a:buNone/>
              <a:defRPr sz="900"/>
            </a:lvl5pPr>
            <a:lvl6pPr marL="2263140" indent="0">
              <a:buNone/>
              <a:defRPr sz="900"/>
            </a:lvl6pPr>
            <a:lvl7pPr marL="2715768" indent="0">
              <a:buNone/>
              <a:defRPr sz="900"/>
            </a:lvl7pPr>
            <a:lvl8pPr marL="3168396" indent="0">
              <a:buNone/>
              <a:defRPr sz="900"/>
            </a:lvl8pPr>
            <a:lvl9pPr marL="362102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755" y="18102"/>
            <a:ext cx="2867448" cy="325831"/>
          </a:xfrm>
          <a:prstGeom prst="rect">
            <a:avLst/>
          </a:prstGeom>
        </p:spPr>
        <p:txBody>
          <a:bodyPr/>
          <a:lstStyle/>
          <a:p>
            <a:fld id="{51B0CB74-6288-914B-ACDC-F123AD58922A}" type="datetime1">
              <a:rPr lang="en-IN" smtClean="0"/>
              <a:t>21/01/25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95663" y="18102"/>
            <a:ext cx="4074795" cy="325831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endParaRPr lang="en-US" spc="2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45917" y="18102"/>
            <a:ext cx="1056428" cy="325831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1697" y="3543740"/>
            <a:ext cx="5521029" cy="157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755" y="784408"/>
            <a:ext cx="2121848" cy="1252037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30818" y="829664"/>
            <a:ext cx="5846986" cy="5444433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2628" indent="0">
              <a:buNone/>
              <a:defRPr sz="2800"/>
            </a:lvl2pPr>
            <a:lvl3pPr marL="905256" indent="0">
              <a:buNone/>
              <a:defRPr sz="2400"/>
            </a:lvl3pPr>
            <a:lvl4pPr marL="1357884" indent="0">
              <a:buNone/>
              <a:defRPr sz="2000"/>
            </a:lvl4pPr>
            <a:lvl5pPr marL="1810512" indent="0">
              <a:buNone/>
              <a:defRPr sz="2000"/>
            </a:lvl5pPr>
            <a:lvl6pPr marL="2263140" indent="0">
              <a:buNone/>
              <a:defRPr sz="2000"/>
            </a:lvl6pPr>
            <a:lvl7pPr marL="2715768" indent="0">
              <a:buNone/>
              <a:defRPr sz="2000"/>
            </a:lvl7pPr>
            <a:lvl8pPr marL="3168396" indent="0">
              <a:buNone/>
              <a:defRPr sz="2000"/>
            </a:lvl8pPr>
            <a:lvl9pPr marL="3621024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2755" y="2111869"/>
            <a:ext cx="2118893" cy="4199602"/>
          </a:xfrm>
        </p:spPr>
        <p:txBody>
          <a:bodyPr/>
          <a:lstStyle>
            <a:lvl1pPr marL="0" indent="0">
              <a:buNone/>
              <a:defRPr sz="1400"/>
            </a:lvl1pPr>
            <a:lvl2pPr marL="452628" indent="0">
              <a:buNone/>
              <a:defRPr sz="1200"/>
            </a:lvl2pPr>
            <a:lvl3pPr marL="905256" indent="0">
              <a:buNone/>
              <a:defRPr sz="1000"/>
            </a:lvl3pPr>
            <a:lvl4pPr marL="1357884" indent="0">
              <a:buNone/>
              <a:defRPr sz="900"/>
            </a:lvl4pPr>
            <a:lvl5pPr marL="1810512" indent="0">
              <a:buNone/>
              <a:defRPr sz="900"/>
            </a:lvl5pPr>
            <a:lvl6pPr marL="2263140" indent="0">
              <a:buNone/>
              <a:defRPr sz="900"/>
            </a:lvl6pPr>
            <a:lvl7pPr marL="2715768" indent="0">
              <a:buNone/>
              <a:defRPr sz="900"/>
            </a:lvl7pPr>
            <a:lvl8pPr marL="3168396" indent="0">
              <a:buNone/>
              <a:defRPr sz="900"/>
            </a:lvl8pPr>
            <a:lvl9pPr marL="362102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8950" y="269875"/>
            <a:ext cx="8149590" cy="980511"/>
          </a:xfrm>
          <a:prstGeom prst="rect">
            <a:avLst/>
          </a:prstGeom>
        </p:spPr>
        <p:txBody>
          <a:bodyPr vert="horz" lIns="90526" tIns="45263" rIns="90526" bIns="45263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950" y="1412876"/>
            <a:ext cx="7924800" cy="4343400"/>
          </a:xfrm>
          <a:prstGeom prst="rect">
            <a:avLst/>
          </a:prstGeom>
        </p:spPr>
        <p:txBody>
          <a:bodyPr vert="horz" lIns="90526" tIns="45263" rIns="90526" bIns="45263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</p:sldLayoutIdLst>
  <p:hf hdr="0" ftr="0"/>
  <p:txStyles>
    <p:titleStyle>
      <a:lvl1pPr algn="l" defTabSz="905256" rtl="0" eaLnBrk="1" latinLnBrk="0" hangingPunct="1">
        <a:spcBef>
          <a:spcPct val="0"/>
        </a:spcBef>
        <a:buNone/>
        <a:defRPr sz="3600" kern="1200" spc="-99" baseline="0">
          <a:solidFill>
            <a:srgbClr val="008000"/>
          </a:solidFill>
          <a:latin typeface="Avenir Heavy"/>
          <a:ea typeface="+mj-ea"/>
          <a:cs typeface="+mj-cs"/>
        </a:defRPr>
      </a:lvl1pPr>
    </p:titleStyle>
    <p:bodyStyle>
      <a:lvl1pPr marL="181051" indent="-181051" algn="l" defTabSz="905256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accent5">
              <a:lumMod val="50000"/>
            </a:schemeClr>
          </a:solidFill>
          <a:latin typeface="Avenir Book"/>
          <a:ea typeface="+mn-ea"/>
          <a:cs typeface="+mn-cs"/>
        </a:defRPr>
      </a:lvl1pPr>
      <a:lvl2pPr marL="452628" indent="-181051" algn="l" defTabSz="905256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24205" indent="-181051" algn="l" defTabSz="905256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95782" indent="-181051" algn="l" defTabSz="905256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76833" indent="-135788" algn="l" defTabSz="905256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57884" indent="-181051" algn="l" defTabSz="905256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38935" indent="-181051" algn="l" defTabSz="905256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19986" indent="-181051" algn="l" defTabSz="905256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01038" indent="-181051" algn="l" defTabSz="905256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628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5256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7884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0512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5768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8396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1024" algn="l" defTabSz="90525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3" y="422275"/>
            <a:ext cx="8670347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4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278584"/>
            <a:ext cx="7772400" cy="598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47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91" y="955675"/>
            <a:ext cx="847605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6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1" y="2327275"/>
            <a:ext cx="6987716" cy="4191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346074"/>
            <a:ext cx="7848600" cy="207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1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49" y="574675"/>
            <a:ext cx="859220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5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727076"/>
            <a:ext cx="8456224" cy="3276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50" y="3927475"/>
            <a:ext cx="7416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1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42" y="498475"/>
            <a:ext cx="8600808" cy="35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9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422275"/>
            <a:ext cx="7332877" cy="26426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41" y="3089274"/>
            <a:ext cx="7133709" cy="24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4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55" y="1031875"/>
            <a:ext cx="841010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143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115</TotalTime>
  <Words>0</Words>
  <Application>Microsoft Macintosh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Book</vt:lpstr>
      <vt:lpstr>Avenir Heavy</vt:lpstr>
      <vt:lpstr>Calibri</vt:lpstr>
      <vt:lpstr>Times New Roman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Raj Sunderraman</dc:creator>
  <cp:lastModifiedBy>Dr. Roli Bansal</cp:lastModifiedBy>
  <cp:revision>10</cp:revision>
  <dcterms:created xsi:type="dcterms:W3CDTF">2020-04-23T07:23:21Z</dcterms:created>
  <dcterms:modified xsi:type="dcterms:W3CDTF">2025-01-21T16:02:26Z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2011-10-11T00:00:00Z</vt:filetime>
  </property>
  <property fmtid="{D5CDD505-2E9C-101B-9397-08002B2CF9AE}" pid="3" name="Creator">
    <vt:lpwstr>Microsoft PowerPoint</vt:lpwstr>
  </property>
  <property fmtid="{D5CDD505-2E9C-101B-9397-08002B2CF9AE}" pid="4" name="LastSaved">
    <vt:filetime>2020-04-23T00:00:00Z</vt:filetime>
  </property>
</Properties>
</file>